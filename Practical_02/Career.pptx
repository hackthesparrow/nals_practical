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</p:sldMasterIdLst>
  <p:notesMasterIdLst>
    <p:notesMasterId r:id="rId10"/>
  </p:notesMasterIdLst>
  <p:sldIdLst>
    <p:sldId id="257" r:id="rId3"/>
    <p:sldId id="258" r:id="rId4"/>
    <p:sldId id="259" r:id="rId5"/>
    <p:sldId id="260" r:id="rId6"/>
    <p:sldId id="266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FEC"/>
    <a:srgbClr val="E4E494"/>
    <a:srgbClr val="F12C17"/>
    <a:srgbClr val="EF4BD8"/>
    <a:srgbClr val="C9A4FA"/>
    <a:srgbClr val="F2F7FF"/>
    <a:srgbClr val="A559D3"/>
    <a:srgbClr val="4E6A4D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800F7-AE06-483A-8BFB-ABA12C1CBBD6}" v="692" dt="2025-10-28T16:08:28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374EF-D1D7-405F-9B66-A8E9A5534BAE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B40E1-765D-4F0B-A5EA-8A9150A1C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0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9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6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62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83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55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40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28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57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23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49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4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7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2304-B28A-4931-B3D3-E746BABD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C8240B-4136-3821-EE23-950107D09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0960" y="-18288"/>
            <a:ext cx="12262104" cy="687628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C892FC3-9EA8-E53D-D2FA-208AE6CAACD8}"/>
              </a:ext>
            </a:extLst>
          </p:cNvPr>
          <p:cNvSpPr txBox="1">
            <a:spLocks/>
          </p:cNvSpPr>
          <p:nvPr/>
        </p:nvSpPr>
        <p:spPr>
          <a:xfrm>
            <a:off x="588613" y="1945446"/>
            <a:ext cx="7059168" cy="177616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>
                <a:latin typeface="Gloucester MT Extra Condensed" panose="02030808020601010101" pitchFamily="18" charset="0"/>
              </a:rPr>
              <a:t>My Career Goal – Cyber </a:t>
            </a:r>
          </a:p>
          <a:p>
            <a:r>
              <a:rPr lang="en-US" sz="4000" dirty="0">
                <a:latin typeface="Gloucester MT Extra Condensed" panose="02030808020601010101" pitchFamily="18" charset="0"/>
              </a:rPr>
              <a:t>		     Security Expert</a:t>
            </a:r>
            <a:endParaRPr lang="en-IN" sz="4000" dirty="0">
              <a:latin typeface="Rockwell Condensed" panose="020606030504050201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0007D93-D890-3491-EE52-3E5CBDC86BDE}"/>
              </a:ext>
            </a:extLst>
          </p:cNvPr>
          <p:cNvSpPr txBox="1">
            <a:spLocks/>
          </p:cNvSpPr>
          <p:nvPr/>
        </p:nvSpPr>
        <p:spPr>
          <a:xfrm>
            <a:off x="588614" y="3502588"/>
            <a:ext cx="4361687" cy="128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400">
                <a:solidFill>
                  <a:srgbClr val="1E3A8A"/>
                </a:solidFill>
              </a:defRPr>
            </a:pP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A Journey Towards Protecting the Digital World</a:t>
            </a:r>
          </a:p>
        </p:txBody>
      </p:sp>
    </p:spTree>
    <p:extLst>
      <p:ext uri="{BB962C8B-B14F-4D97-AF65-F5344CB8AC3E}">
        <p14:creationId xmlns:p14="http://schemas.microsoft.com/office/powerpoint/2010/main" val="2197448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4BF3A9-83C6-9CAE-F2F9-07237FC7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316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34844A-66E3-8E3B-0AF7-6CE2B5B0B263}"/>
              </a:ext>
            </a:extLst>
          </p:cNvPr>
          <p:cNvSpPr txBox="1"/>
          <p:nvPr/>
        </p:nvSpPr>
        <p:spPr>
          <a:xfrm>
            <a:off x="0" y="228601"/>
            <a:ext cx="8741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  <a:latin typeface="Perpetua Titling MT" panose="02020502060505020804" pitchFamily="18" charset="0"/>
              </a:rPr>
              <a:t>What is Cyber Security?</a:t>
            </a:r>
          </a:p>
          <a:p>
            <a:endParaRPr lang="en-IN" sz="4400" dirty="0">
              <a:solidFill>
                <a:srgbClr val="002060"/>
              </a:solidFill>
              <a:latin typeface="Perpetua Titling MT" panose="020205020605050208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5EC7B2-A86C-0E0B-E8D5-A81272324297}"/>
              </a:ext>
            </a:extLst>
          </p:cNvPr>
          <p:cNvSpPr txBox="1"/>
          <p:nvPr/>
        </p:nvSpPr>
        <p:spPr>
          <a:xfrm>
            <a:off x="265176" y="1527048"/>
            <a:ext cx="5157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• Cyber Security means protecting data and systems from digital attacks.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E245E-2AAF-9CF0-D093-E47A0AE3F1AE}"/>
              </a:ext>
            </a:extLst>
          </p:cNvPr>
          <p:cNvSpPr txBox="1"/>
          <p:nvPr/>
        </p:nvSpPr>
        <p:spPr>
          <a:xfrm>
            <a:off x="329184" y="2311884"/>
            <a:ext cx="526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• It ensures safe communication and privacy in the digital world.</a:t>
            </a:r>
          </a:p>
          <a:p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D2C665-BAB9-5641-C2F1-01CFF15E1F20}"/>
              </a:ext>
            </a:extLst>
          </p:cNvPr>
          <p:cNvSpPr txBox="1"/>
          <p:nvPr/>
        </p:nvSpPr>
        <p:spPr>
          <a:xfrm>
            <a:off x="329184" y="3115306"/>
            <a:ext cx="60533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• It is a core branch of Computer Science and Engineering.</a:t>
            </a:r>
          </a:p>
          <a:p>
            <a:endParaRPr lang="en-US" sz="2000" dirty="0">
              <a:latin typeface="Bahnschrift" panose="020B0502040204020203" pitchFamily="34" charset="0"/>
            </a:endParaRPr>
          </a:p>
          <a:p>
            <a:r>
              <a:rPr lang="en-US" sz="2000" dirty="0">
                <a:latin typeface="Bahnschrift" panose="020B0502040204020203" pitchFamily="34" charset="0"/>
              </a:rPr>
              <a:t>• Cyber Security covers areas like network protection, cryptography, and digital forensics.</a:t>
            </a:r>
          </a:p>
          <a:p>
            <a:endParaRPr lang="en-US" sz="2000" dirty="0">
              <a:latin typeface="Bahnschrift" panose="020B0502040204020203" pitchFamily="34" charset="0"/>
            </a:endParaRPr>
          </a:p>
          <a:p>
            <a:r>
              <a:rPr lang="en-US" sz="2000" dirty="0">
                <a:latin typeface="Bahnschrift" panose="020B0502040204020203" pitchFamily="34" charset="0"/>
              </a:rPr>
              <a:t>• It’s the digital shield that keeps our online world safe.</a:t>
            </a:r>
          </a:p>
          <a:p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32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FBA7AE-B030-7FC0-B0D2-CC5CDE2F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BB293C-D1CF-88EF-413B-B5D46727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549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4400" dirty="0">
                <a:solidFill>
                  <a:schemeClr val="accent5">
                    <a:lumMod val="60000"/>
                    <a:lumOff val="40000"/>
                  </a:schemeClr>
                </a:solidFill>
                <a:latin typeface="Gloucester MT Extra Condensed" panose="02030808020601010101" pitchFamily="18" charset="0"/>
              </a:rPr>
              <a:t>Why I Chose Cyber Security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56A6E3-F7AA-5F93-34F6-1183013F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078674"/>
            <a:ext cx="4526280" cy="5358702"/>
          </a:xfrm>
        </p:spPr>
        <p:txBody>
          <a:bodyPr>
            <a:normAutofit/>
          </a:bodyPr>
          <a:lstStyle/>
          <a:p>
            <a:r>
              <a:rPr sz="2800" dirty="0">
                <a:latin typeface="Gill Sans MT Condensed" panose="020B0506020104020203" pitchFamily="34" charset="0"/>
              </a:rPr>
              <a:t> I am passionate about technology and problem solving.</a:t>
            </a:r>
            <a:endParaRPr lang="en-US" sz="2800" dirty="0">
              <a:latin typeface="Gill Sans MT Condensed" panose="020B0506020104020203" pitchFamily="34" charset="0"/>
            </a:endParaRPr>
          </a:p>
          <a:p>
            <a:endParaRPr lang="en-US" sz="2800" dirty="0">
              <a:latin typeface="Gill Sans MT Condensed" panose="020B0506020104020203" pitchFamily="34" charset="0"/>
            </a:endParaRPr>
          </a:p>
          <a:p>
            <a:r>
              <a:rPr sz="2800" dirty="0">
                <a:latin typeface="Gill Sans MT Condensed" panose="020B0506020104020203" pitchFamily="34" charset="0"/>
              </a:rPr>
              <a:t> I want to help protect people and organizations from cybercrimes.</a:t>
            </a:r>
            <a:endParaRPr lang="en-US" sz="2800" dirty="0">
              <a:latin typeface="Gill Sans MT Condensed" panose="020B0506020104020203" pitchFamily="34" charset="0"/>
            </a:endParaRPr>
          </a:p>
          <a:p>
            <a:endParaRPr sz="2800" dirty="0">
              <a:latin typeface="Gill Sans MT Condensed" panose="020B0506020104020203" pitchFamily="34" charset="0"/>
            </a:endParaRPr>
          </a:p>
          <a:p>
            <a:r>
              <a:rPr sz="2800" dirty="0">
                <a:latin typeface="Gill Sans MT Condensed" panose="020B0506020104020203" pitchFamily="34" charset="0"/>
              </a:rPr>
              <a:t> The field offers exciting challenges and career growth.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4F9DCD-CB6A-0268-21A2-1B7C38A044B1}"/>
              </a:ext>
            </a:extLst>
          </p:cNvPr>
          <p:cNvSpPr txBox="1">
            <a:spLocks/>
          </p:cNvSpPr>
          <p:nvPr/>
        </p:nvSpPr>
        <p:spPr>
          <a:xfrm>
            <a:off x="7363970" y="960120"/>
            <a:ext cx="4828030" cy="4169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ill Sans MT Condensed" panose="020B0506020104020203" pitchFamily="34" charset="0"/>
              </a:rPr>
              <a:t>The idea of fighting cyber threats motivates me every day.</a:t>
            </a:r>
          </a:p>
          <a:p>
            <a:endParaRPr lang="en-US" sz="2800" dirty="0">
              <a:latin typeface="Gill Sans MT Condensed" panose="020B0506020104020203" pitchFamily="34" charset="0"/>
            </a:endParaRPr>
          </a:p>
          <a:p>
            <a:r>
              <a:rPr lang="en-US" sz="2800" dirty="0">
                <a:latin typeface="Gill Sans MT Condensed" panose="020B0506020104020203" pitchFamily="34" charset="0"/>
              </a:rPr>
              <a:t>Cyber Security allows me to turn curiosity into contribution.</a:t>
            </a:r>
          </a:p>
        </p:txBody>
      </p:sp>
    </p:spTree>
    <p:extLst>
      <p:ext uri="{BB962C8B-B14F-4D97-AF65-F5344CB8AC3E}">
        <p14:creationId xmlns:p14="http://schemas.microsoft.com/office/powerpoint/2010/main" val="315757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A280C-4F75-D551-0A2D-D6CC9FF65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31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62EF1B1-99E7-EE0C-22E6-878B5CDF57B4}"/>
              </a:ext>
            </a:extLst>
          </p:cNvPr>
          <p:cNvSpPr txBox="1">
            <a:spLocks/>
          </p:cNvSpPr>
          <p:nvPr/>
        </p:nvSpPr>
        <p:spPr>
          <a:xfrm>
            <a:off x="1981200" y="420942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rgbClr val="F2F7FF"/>
                </a:solidFill>
                <a:latin typeface="Impact" panose="020B0806030902050204" pitchFamily="34" charset="0"/>
              </a:rPr>
              <a:t>Skills I Want to Learn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DBA3E45-3A5A-5387-B1EE-B629BBAF2BDB}"/>
              </a:ext>
            </a:extLst>
          </p:cNvPr>
          <p:cNvSpPr/>
          <p:nvPr/>
        </p:nvSpPr>
        <p:spPr>
          <a:xfrm>
            <a:off x="1697736" y="1447529"/>
            <a:ext cx="8513064" cy="3746263"/>
          </a:xfrm>
          <a:prstGeom prst="roundRect">
            <a:avLst>
              <a:gd name="adj" fmla="val 4583"/>
            </a:avLst>
          </a:prstGeom>
          <a:solidFill>
            <a:srgbClr val="F0D4F7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6253A-194F-0660-5E18-39D6AA1D9A8B}"/>
              </a:ext>
            </a:extLst>
          </p:cNvPr>
          <p:cNvSpPr txBox="1"/>
          <p:nvPr/>
        </p:nvSpPr>
        <p:spPr>
          <a:xfrm>
            <a:off x="1783080" y="1664208"/>
            <a:ext cx="86593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Ethical Hacking &amp; Penetration Testing</a:t>
            </a:r>
          </a:p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Networking and System Security</a:t>
            </a:r>
          </a:p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Programming (Python, Java, C)</a:t>
            </a:r>
          </a:p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Risk Management and Cryptography</a:t>
            </a:r>
          </a:p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AI-based Threat Detection and Cloud Security</a:t>
            </a:r>
          </a:p>
          <a:p>
            <a:r>
              <a:rPr lang="en-US" sz="3600" dirty="0">
                <a:solidFill>
                  <a:srgbClr val="002060"/>
                </a:solidFill>
                <a:latin typeface="Centaur" panose="02030504050205020304" pitchFamily="18" charset="0"/>
              </a:rPr>
              <a:t>• Strong problem-solving and teamwork skills</a:t>
            </a:r>
          </a:p>
          <a:p>
            <a:endParaRPr lang="en-IN" sz="3600" dirty="0">
              <a:solidFill>
                <a:srgbClr val="002060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83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8737600" y="6346828"/>
            <a:ext cx="2844800" cy="374651"/>
            <a:chOff x="0" y="-19051"/>
            <a:chExt cx="5689600" cy="7493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defTabSz="609630">
                <a:lnSpc>
                  <a:spcPts val="1440"/>
                </a:lnSpc>
                <a:defRPr/>
              </a:pPr>
              <a:endParaRPr lang="en-US" sz="1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8200" y="6356354"/>
            <a:ext cx="3204000" cy="365125"/>
            <a:chOff x="0" y="0"/>
            <a:chExt cx="64080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defTabSz="609630">
                <a:lnSpc>
                  <a:spcPts val="1440"/>
                </a:lnSpc>
                <a:defRPr/>
              </a:pPr>
              <a:endPara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8FBD57E-89BC-1811-9D45-19E8AB64407B}"/>
              </a:ext>
            </a:extLst>
          </p:cNvPr>
          <p:cNvSpPr txBox="1">
            <a:spLocks/>
          </p:cNvSpPr>
          <p:nvPr/>
        </p:nvSpPr>
        <p:spPr>
          <a:xfrm>
            <a:off x="1981200" y="420942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>
                <a:latin typeface="Impact" panose="020B0806030902050204" pitchFamily="34" charset="0"/>
              </a:rPr>
              <a:t>My Education &amp; Training Plan</a:t>
            </a:r>
            <a:r>
              <a:rPr lang="en-US" dirty="0"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1E4872-5DE1-E090-DA95-5F343C95BC3A}"/>
              </a:ext>
            </a:extLst>
          </p:cNvPr>
          <p:cNvSpPr/>
          <p:nvPr/>
        </p:nvSpPr>
        <p:spPr>
          <a:xfrm>
            <a:off x="1126236" y="1333229"/>
            <a:ext cx="10132314" cy="5239021"/>
          </a:xfrm>
          <a:prstGeom prst="roundRect">
            <a:avLst>
              <a:gd name="adj" fmla="val 4583"/>
            </a:avLst>
          </a:prstGeom>
          <a:solidFill>
            <a:srgbClr val="F0D4F7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6C0B1-5531-4424-45DE-A4FB3DFD2DEE}"/>
              </a:ext>
            </a:extLst>
          </p:cNvPr>
          <p:cNvSpPr txBox="1"/>
          <p:nvPr/>
        </p:nvSpPr>
        <p:spPr>
          <a:xfrm>
            <a:off x="1783079" y="1664209"/>
            <a:ext cx="75418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aur" panose="02030504050205020304" pitchFamily="18" charset="0"/>
              </a:rPr>
              <a:t>• Pursuing </a:t>
            </a:r>
            <a:r>
              <a:rPr lang="en-US" sz="2800" dirty="0" err="1">
                <a:latin typeface="Centaur" panose="02030504050205020304" pitchFamily="18" charset="0"/>
              </a:rPr>
              <a:t>B.Tech</a:t>
            </a:r>
            <a:r>
              <a:rPr lang="en-US" sz="2800" dirty="0">
                <a:latin typeface="Centaur" panose="02030504050205020304" pitchFamily="18" charset="0"/>
              </a:rPr>
              <a:t> in Computer Science &amp; Engineering (CSE).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• I will take certifications like CEH, CompTIA Security+, and CCNA Security.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• I plan to participate in cybersecurity workshops and hackathons for real-world experience.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• Learning from online platforms like Coursera and Udemy will help me stay updated.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F4BD8"/>
            </a:gs>
            <a:gs pos="50000">
              <a:srgbClr val="C9A4FA"/>
            </a:gs>
            <a:gs pos="0">
              <a:srgbClr val="E4E49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8737600" y="6346828"/>
            <a:ext cx="2844800" cy="374651"/>
            <a:chOff x="0" y="-19051"/>
            <a:chExt cx="5689600" cy="7493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defTabSz="609630">
                <a:lnSpc>
                  <a:spcPts val="1440"/>
                </a:lnSpc>
                <a:defRPr/>
              </a:pPr>
              <a:endParaRPr lang="en-US" sz="12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8200" y="6356354"/>
            <a:ext cx="3204000" cy="365125"/>
            <a:chOff x="0" y="0"/>
            <a:chExt cx="6408000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defTabSz="609630">
                <a:lnSpc>
                  <a:spcPts val="1440"/>
                </a:lnSpc>
                <a:defRPr/>
              </a:pPr>
              <a:endPara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BCDFE14-E78C-E118-7982-936560E88F3A}"/>
              </a:ext>
            </a:extLst>
          </p:cNvPr>
          <p:cNvSpPr txBox="1">
            <a:spLocks/>
          </p:cNvSpPr>
          <p:nvPr/>
        </p:nvSpPr>
        <p:spPr>
          <a:xfrm>
            <a:off x="2135400" y="322263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>
                <a:latin typeface="Impact" panose="020B0806030902050204" pitchFamily="34" charset="0"/>
              </a:rPr>
              <a:t>My Future Career Goals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EAA85-B5EE-A291-D426-53754C5348AB}"/>
              </a:ext>
            </a:extLst>
          </p:cNvPr>
          <p:cNvSpPr txBox="1"/>
          <p:nvPr/>
        </p:nvSpPr>
        <p:spPr>
          <a:xfrm>
            <a:off x="1049550" y="1314450"/>
            <a:ext cx="1040130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Centaur" panose="02030504050205020304" pitchFamily="18" charset="0"/>
              </a:rPr>
              <a:t>• Work as a Cyber Security Analyst in a reputed company.</a:t>
            </a:r>
            <a:endParaRPr lang="en-US" sz="12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endParaRPr lang="en-US" sz="11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Centaur" panose="02030504050205020304" pitchFamily="18" charset="0"/>
              </a:rPr>
              <a:t>• Later become a Security Consultant or Ethical Hacker.</a:t>
            </a:r>
            <a:endParaRPr lang="en-US" sz="12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endParaRPr lang="en-US" sz="11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Centaur" panose="02030504050205020304" pitchFamily="18" charset="0"/>
              </a:rPr>
              <a:t>• Contribute to building a safer internet for all.</a:t>
            </a:r>
            <a:endParaRPr lang="en-US" sz="12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endParaRPr lang="en-US" sz="14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Centaur" panose="02030504050205020304" pitchFamily="18" charset="0"/>
              </a:rPr>
              <a:t>• My short-term goal is to gain industry experience in leading IT companies.</a:t>
            </a:r>
            <a:endParaRPr lang="en-US" sz="12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endParaRPr lang="en-US" sz="11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  <a:p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Centaur" panose="02030504050205020304" pitchFamily="18" charset="0"/>
              </a:rPr>
              <a:t>• In the future, I wish to establish my own Cyber Security Training firm.</a:t>
            </a:r>
          </a:p>
          <a:p>
            <a:endParaRPr lang="en-IN" sz="3200" dirty="0">
              <a:solidFill>
                <a:schemeClr val="bg1">
                  <a:lumMod val="95000"/>
                  <a:lumOff val="5000"/>
                </a:schemeClr>
              </a:solidFill>
              <a:latin typeface="Centaur" panose="020305040502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72000"/>
              </a:schemeClr>
            </a:gs>
            <a:gs pos="50000">
              <a:schemeClr val="bg2">
                <a:lumMod val="60000"/>
                <a:lumOff val="40000"/>
              </a:schemeClr>
            </a:gs>
            <a:gs pos="0">
              <a:schemeClr val="accent1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CF65-1DC9-A393-C0AF-9A857FB25702}"/>
              </a:ext>
            </a:extLst>
          </p:cNvPr>
          <p:cNvSpPr txBox="1">
            <a:spLocks/>
          </p:cNvSpPr>
          <p:nvPr/>
        </p:nvSpPr>
        <p:spPr>
          <a:xfrm>
            <a:off x="1981200" y="25558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>
                <a:latin typeface="Impact" panose="020B0806030902050204" pitchFamily="34" charset="0"/>
              </a:rPr>
              <a:t>Conclusion – My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583A0-4922-A353-7E84-3817B1BAEF42}"/>
              </a:ext>
            </a:extLst>
          </p:cNvPr>
          <p:cNvSpPr txBox="1"/>
          <p:nvPr/>
        </p:nvSpPr>
        <p:spPr>
          <a:xfrm>
            <a:off x="1533525" y="1238250"/>
            <a:ext cx="9153525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entaur" panose="02030504050205020304" pitchFamily="18" charset="0"/>
              </a:rPr>
              <a:t>• Technology is growing — so are cyber threats.</a:t>
            </a:r>
            <a:endParaRPr lang="en-US" sz="1200" dirty="0">
              <a:latin typeface="Centaur" panose="02030504050205020304" pitchFamily="18" charset="0"/>
            </a:endParaRPr>
          </a:p>
          <a:p>
            <a:endParaRPr lang="en-US" sz="1100" dirty="0">
              <a:latin typeface="Centaur" panose="02030504050205020304" pitchFamily="18" charset="0"/>
            </a:endParaRPr>
          </a:p>
          <a:p>
            <a:r>
              <a:rPr lang="en-US" sz="3200" dirty="0">
                <a:latin typeface="Centaur" panose="02030504050205020304" pitchFamily="18" charset="0"/>
              </a:rPr>
              <a:t>• My dream is to protect people from these threats.</a:t>
            </a:r>
            <a:endParaRPr lang="en-US" sz="1200" dirty="0">
              <a:latin typeface="Centaur" panose="02030504050205020304" pitchFamily="18" charset="0"/>
            </a:endParaRPr>
          </a:p>
          <a:p>
            <a:endParaRPr lang="en-US" sz="1100" dirty="0">
              <a:latin typeface="Centaur" panose="02030504050205020304" pitchFamily="18" charset="0"/>
            </a:endParaRPr>
          </a:p>
          <a:p>
            <a:r>
              <a:rPr lang="en-US" sz="3200" dirty="0">
                <a:latin typeface="Centaur" panose="02030504050205020304" pitchFamily="18" charset="0"/>
              </a:rPr>
              <a:t>• “Cyber Security is not just a job, it’s a responsibility.”</a:t>
            </a:r>
            <a:endParaRPr lang="en-US" sz="1200" dirty="0">
              <a:latin typeface="Centaur" panose="02030504050205020304" pitchFamily="18" charset="0"/>
            </a:endParaRPr>
          </a:p>
          <a:p>
            <a:endParaRPr lang="en-US" sz="1100" dirty="0">
              <a:latin typeface="Centaur" panose="02030504050205020304" pitchFamily="18" charset="0"/>
            </a:endParaRPr>
          </a:p>
          <a:p>
            <a:r>
              <a:rPr lang="en-US" sz="3200" dirty="0">
                <a:latin typeface="Centaur" panose="02030504050205020304" pitchFamily="18" charset="0"/>
              </a:rPr>
              <a:t>• I believe protecting information is protecting the future.</a:t>
            </a:r>
            <a:endParaRPr lang="en-US" sz="1200" dirty="0">
              <a:latin typeface="Centaur" panose="02030504050205020304" pitchFamily="18" charset="0"/>
            </a:endParaRPr>
          </a:p>
          <a:p>
            <a:endParaRPr lang="en-US" sz="1100" dirty="0">
              <a:latin typeface="Centaur" panose="02030504050205020304" pitchFamily="18" charset="0"/>
            </a:endParaRPr>
          </a:p>
          <a:p>
            <a:r>
              <a:rPr lang="en-US" sz="3200" dirty="0">
                <a:latin typeface="Centaur" panose="02030504050205020304" pitchFamily="18" charset="0"/>
              </a:rPr>
              <a:t>• My mission is to become a Cyber Guardian for the digital world.</a:t>
            </a:r>
            <a:endParaRPr lang="en-US" sz="1200" dirty="0">
              <a:latin typeface="Centaur" panose="02030504050205020304" pitchFamily="18" charset="0"/>
            </a:endParaRPr>
          </a:p>
          <a:p>
            <a:endParaRPr lang="en-US" sz="1100" b="1" i="1" dirty="0">
              <a:latin typeface="Centaur" panose="02030504050205020304" pitchFamily="18" charset="0"/>
            </a:endParaRPr>
          </a:p>
          <a:p>
            <a:endParaRPr lang="en-US" sz="1100" b="1" i="1" dirty="0">
              <a:latin typeface="Centaur" panose="02030504050205020304" pitchFamily="18" charset="0"/>
            </a:endParaRPr>
          </a:p>
          <a:p>
            <a:endParaRPr lang="en-US" sz="1100" b="1" i="1" dirty="0">
              <a:latin typeface="Centaur" panose="02030504050205020304" pitchFamily="18" charset="0"/>
            </a:endParaRPr>
          </a:p>
          <a:p>
            <a:endParaRPr lang="en-US" sz="1100" b="1" i="1" dirty="0">
              <a:latin typeface="Centaur" panose="02030504050205020304" pitchFamily="18" charset="0"/>
            </a:endParaRPr>
          </a:p>
          <a:p>
            <a:r>
              <a:rPr lang="en-US" sz="3200" b="1" i="1" dirty="0">
                <a:latin typeface="Centaur" panose="02030504050205020304" pitchFamily="18" charset="0"/>
              </a:rPr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71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{4D1E8B79-ABF9-4162-A158-36B1CE0041AB}tf03457452</Template>
  <TotalTime>181</TotalTime>
  <Words>380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Algerian</vt:lpstr>
      <vt:lpstr>Arial</vt:lpstr>
      <vt:lpstr>Arimo</vt:lpstr>
      <vt:lpstr>Arimo Bold</vt:lpstr>
      <vt:lpstr>Bahnschrift</vt:lpstr>
      <vt:lpstr>Calibri</vt:lpstr>
      <vt:lpstr>Calibri Light</vt:lpstr>
      <vt:lpstr>Centaur</vt:lpstr>
      <vt:lpstr>Gill Sans MT Condensed</vt:lpstr>
      <vt:lpstr>Gloucester MT Extra Condensed</vt:lpstr>
      <vt:lpstr>Impact</vt:lpstr>
      <vt:lpstr>Perpetua Titling MT</vt:lpstr>
      <vt:lpstr>Rockwell Condensed</vt:lpstr>
      <vt:lpstr>Celestial</vt:lpstr>
      <vt:lpstr>Office Theme</vt:lpstr>
      <vt:lpstr>PowerPoint Presentation</vt:lpstr>
      <vt:lpstr>PowerPoint Presentation</vt:lpstr>
      <vt:lpstr>Why I Chose Cyber Security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Kumar Shandilya</dc:creator>
  <cp:lastModifiedBy>Harsh Kumar Shandilya</cp:lastModifiedBy>
  <cp:revision>2</cp:revision>
  <dcterms:created xsi:type="dcterms:W3CDTF">2025-10-28T13:11:15Z</dcterms:created>
  <dcterms:modified xsi:type="dcterms:W3CDTF">2025-10-29T04:20:50Z</dcterms:modified>
</cp:coreProperties>
</file>